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Reply Rate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58</c:v>
                </c:pt>
                <c:pt idx="2">
                  <c:v>61</c:v>
                </c:pt>
                <c:pt idx="3">
                  <c:v>77</c:v>
                </c:pt>
                <c:pt idx="4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64240" cy="5577840"/>
          </a:xfrm>
          <a:prstGeom prst="roundRect">
            <a:avLst>
              <a:gd name="adj" fmla="val 1639"/>
            </a:avLst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2103120" cy="5577840"/>
          </a:xfrm>
          <a:prstGeom prst="roundRect">
            <a:avLst>
              <a:gd name="adj" fmla="val 4348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914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</a:rPr>
              <a:t>PptxGenJS 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5544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AI Agents Can Draft Real Slides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26080" y="23317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Codex や Claude に雑な箇条書きを渡しても、PptxGenJS なら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PowerPoint まで持っていきやすいです。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3657600"/>
            <a:ext cx="4206240" cy="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4297680"/>
            <a:ext cx="1371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6D3D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490"/>
                </a:solidFill>
              </a:rPr>
              <a:t>Node.js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7720" y="4297680"/>
            <a:ext cx="1371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6D3D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490"/>
                </a:solidFill>
              </a:rPr>
              <a:t>PowerPoint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4297680"/>
            <a:ext cx="19202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6D3D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490"/>
                </a:solidFill>
              </a:rPr>
              <a:t>Japanese + English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38560" cy="5852160"/>
          </a:xfrm>
          <a:prstGeom prst="roundRect">
            <a:avLst>
              <a:gd name="adj" fmla="val 1563"/>
            </a:avLst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132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Bilingual Executive Brief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4754880" cy="3566160"/>
          </a:xfrm>
          <a:prstGeom prst="roundRect">
            <a:avLst>
              <a:gd name="adj" fmla="val 2564"/>
            </a:avLst>
          </a:prstGeom>
          <a:solidFill>
            <a:srgbClr val="F2FBFD"/>
          </a:solidFill>
          <a:ln w="12700">
            <a:solidFill>
              <a:srgbClr val="CFE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645920"/>
            <a:ext cx="4754880" cy="3566160"/>
          </a:xfrm>
          <a:prstGeom prst="roundRect">
            <a:avLst>
              <a:gd name="adj" fmla="val 2564"/>
            </a:avLst>
          </a:prstGeom>
          <a:solidFill>
            <a:srgbClr val="FFF3EF"/>
          </a:solidFill>
          <a:ln w="12700">
            <a:solidFill>
              <a:srgbClr val="F7D6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</a:rPr>
              <a:t>日本語サマリー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</a:rPr>
              <a:t>English Summary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経営会議向けの3枚資料を自動生成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見出し、表、グラフをコードで固定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毎週の数値差し替えだけで再利用しやすい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0" y="24688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Generate a 3-slide executive brief automatically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Lock layout, charts, and tables in code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Reuse weekly by swapping data only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38560" cy="5852160"/>
          </a:xfrm>
          <a:prstGeom prst="roundRect">
            <a:avLst>
              <a:gd name="adj" fmla="val 1563"/>
            </a:avLst>
          </a:prstGeom>
          <a:solidFill>
            <a:srgbClr val="FFFDFC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1323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Weekly Metrics Snapshot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68680" y="155448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155448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2FBF7"/>
          </a:solidFill>
          <a:ln w="12700">
            <a:solidFill>
              <a:srgbClr val="C8EA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What makes this useful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132320" y="2468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問い合わせ初回返信率: 94%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英語版ドラフト所要時間: 18分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• 更新コストはテンプレ化でさらに下げやすい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ZIDOOKA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Codex Claude Demo</dc:title>
  <dc:subject>PptxGenJS demo deck</dc:subject>
  <dc:creator>Codex</dc:creator>
  <cp:lastModifiedBy>Codex</cp:lastModifiedBy>
  <cp:revision>1</cp:revision>
  <dcterms:created xsi:type="dcterms:W3CDTF">2026-04-29T02:39:59Z</dcterms:created>
  <dcterms:modified xsi:type="dcterms:W3CDTF">2026-04-29T02:39:59Z</dcterms:modified>
</cp:coreProperties>
</file>